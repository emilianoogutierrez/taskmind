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de397070014628" /><Relationship Type="http://schemas.openxmlformats.org/officeDocument/2006/relationships/extended-properties" Target="/docProps/app.xml" Id="R2c013a44a15144e6" /><Relationship Type="http://schemas.openxmlformats.org/officeDocument/2006/relationships/officeDocument" Target="/ppt/presentation.xml" Id="R0c35e70da16547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a4a2200ad94a03"/>
  </p:sldMasterIdLst>
  <p:notesMasterIdLst>
    <p:notesMasterId xmlns:r="http://schemas.openxmlformats.org/officeDocument/2006/relationships" r:id="R907a556aeb934098"/>
  </p:notesMasterIdLst>
  <p:sldIdLst>
    <p:sldId xmlns:r="http://schemas.openxmlformats.org/officeDocument/2006/relationships" id="256" r:id="R9620203c8e28474a"/>
    <p:sldId xmlns:r="http://schemas.openxmlformats.org/officeDocument/2006/relationships" id="257" r:id="R5de7c3b6fc9a482e"/>
    <p:sldId xmlns:r="http://schemas.openxmlformats.org/officeDocument/2006/relationships" id="258" r:id="Re988989fde8340b6"/>
    <p:sldId xmlns:r="http://schemas.openxmlformats.org/officeDocument/2006/relationships" id="259" r:id="R7ab4a92c6f0c4481"/>
    <p:sldId xmlns:r="http://schemas.openxmlformats.org/officeDocument/2006/relationships" id="260" r:id="Rba792875560c4276"/>
    <p:sldId xmlns:r="http://schemas.openxmlformats.org/officeDocument/2006/relationships" id="261" r:id="R85a5b1d0503d42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36d97912ab402e" /><Relationship Type="http://schemas.openxmlformats.org/officeDocument/2006/relationships/slideMaster" Target="/ppt/slideMasters/slideMaster1.xml" Id="Rfda4a2200ad94a03" /><Relationship Type="http://schemas.openxmlformats.org/officeDocument/2006/relationships/notesMaster" Target="/ppt/notesMasters/notesMaster1.xml" Id="R907a556aeb934098" /><Relationship Type="http://schemas.openxmlformats.org/officeDocument/2006/relationships/presProps" Target="/ppt/presProps.xml" Id="R59e40139fd344a27" /><Relationship Type="http://schemas.openxmlformats.org/officeDocument/2006/relationships/tableStyles" Target="/ppt/tableStyles.xml" Id="R28ed62ecdc5b4cb8" /><Relationship Type="http://schemas.openxmlformats.org/officeDocument/2006/relationships/slide" Target="/ppt/slides/slide1.xml" Id="R9620203c8e28474a" /><Relationship Type="http://schemas.openxmlformats.org/officeDocument/2006/relationships/slide" Target="/ppt/slides/slide2.xml" Id="R5de7c3b6fc9a482e" /><Relationship Type="http://schemas.openxmlformats.org/officeDocument/2006/relationships/slide" Target="/ppt/slides/slide3.xml" Id="Re988989fde8340b6" /><Relationship Type="http://schemas.openxmlformats.org/officeDocument/2006/relationships/slide" Target="/ppt/slides/slide4.xml" Id="R7ab4a92c6f0c4481" /><Relationship Type="http://schemas.openxmlformats.org/officeDocument/2006/relationships/slide" Target="/ppt/slides/slide5.xml" Id="Rba792875560c4276" /><Relationship Type="http://schemas.openxmlformats.org/officeDocument/2006/relationships/slide" Target="/ppt/slides/slide6.xml" Id="R85a5b1d0503d42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372d1345c645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5fd3a83c154b49" /><Relationship Type="http://schemas.openxmlformats.org/officeDocument/2006/relationships/notesMaster" Target="/ppt/notesMasters/notesMaster1.xml" Id="Re21239a336664f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72cf63e6b64845" /><Relationship Type="http://schemas.openxmlformats.org/officeDocument/2006/relationships/notesMaster" Target="/ppt/notesMasters/notesMaster1.xml" Id="Re3d042daa6c84d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91ae0b5b39436b" /><Relationship Type="http://schemas.openxmlformats.org/officeDocument/2006/relationships/notesMaster" Target="/ppt/notesMasters/notesMaster1.xml" Id="R7ad0399c5b374c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e121d0b7934afe" /><Relationship Type="http://schemas.openxmlformats.org/officeDocument/2006/relationships/notesMaster" Target="/ppt/notesMasters/notesMaster1.xml" Id="Red70de83630f46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33dcacec884d61" /><Relationship Type="http://schemas.openxmlformats.org/officeDocument/2006/relationships/notesMaster" Target="/ppt/notesMasters/notesMaster1.xml" Id="Re43157d5789547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ea4d2f73ed487c" /><Relationship Type="http://schemas.openxmlformats.org/officeDocument/2006/relationships/notesMaster" Target="/ppt/notesMasters/notesMaster1.xml" Id="Ra41586c913c54a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la agenda y explicar que los datos de las tareas se guardan en el navegador. Fuente del reto: RETO 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problema cotidiano y el objetivo del documento RETO 1.pdf. La propuesta no requiere cuenta ni servidor de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 captura real de la aplicación. Durante la demostración crear una tarea y cambiar su estado.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diseño adaptable. Aclarar que no hay sincronización entre dispositivos y que el respaldo JSON permite trasladar los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GitHub Pages entrega HTML CSS y JavaScript. No hay base de datos remota ni analítica. La caché permite abrir los recursos sin conexión tras la primera carga.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esta conclusión con la bitácora de IA. Enfatizar que TaskMind no llama a un modelo durante su uso y que la exposición reserva un minuto para preguntas.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322c199ad4b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5eb5d31c9540fa" /><Relationship Type="http://schemas.openxmlformats.org/officeDocument/2006/relationships/slideLayout" Target="/ppt/slideLayouts/slideLayout1.xml" Id="Re118b1c4146c49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18b1c4146c49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bf8bc30b546f0" /><Relationship Type="http://schemas.openxmlformats.org/officeDocument/2006/relationships/notesSlide" Target="/ppt/notesSlides/notesSlide1.xml" Id="R842da488ef2846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6d4ba18f14f6c" /><Relationship Type="http://schemas.openxmlformats.org/officeDocument/2006/relationships/notesSlide" Target="/ppt/notesSlides/notesSlide2.xml" Id="R1cf96c0d2e5d4f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c64d9c2df4ecc" /><Relationship Type="http://schemas.openxmlformats.org/officeDocument/2006/relationships/image" Target="/ppt/media/image.png" Id="R35c8292527ec42f4" /><Relationship Type="http://schemas.openxmlformats.org/officeDocument/2006/relationships/notesSlide" Target="/ppt/notesSlides/notesSlide3.xml" Id="R9226870213c949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bad23156e43f5" /><Relationship Type="http://schemas.openxmlformats.org/officeDocument/2006/relationships/image" Target="/ppt/media/image2.png" Id="R28c546cf0bb84282" /><Relationship Type="http://schemas.openxmlformats.org/officeDocument/2006/relationships/notesSlide" Target="/ppt/notesSlides/notesSlide4.xml" Id="R7ed8ba53902e4b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feed2442643a5" /><Relationship Type="http://schemas.openxmlformats.org/officeDocument/2006/relationships/notesSlide" Target="/ppt/notesSlides/notesSlide5.xml" Id="R86c3ffdb5a6643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d996142ee4f65" /><Relationship Type="http://schemas.openxmlformats.org/officeDocument/2006/relationships/notesSlide" Target="/ppt/notesSlides/notesSlide6.xml" Id="Reda7fae1368841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544DE-D886-4A46-B5C8-7900CC64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096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TaskMind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DE07D-001D-45A4-BC82-75140189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4DE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4DEEF"/>
                </a:solidFill>
                <a:latin typeface="Arial"/>
                <a:ea typeface="Arial"/>
                <a:cs typeface="Arial"/>
              </a:rPr>
              <a:t>Gestor de tareas estudiantiles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32EAA-4C3A-413C-9D99-B24A44E2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A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AD7"/>
                </a:solidFill>
                <a:latin typeface="Arial"/>
                <a:ea typeface="Arial"/>
                <a:cs typeface="Arial"/>
              </a:rPr>
              <a:t>Presentación del reto de programación con IA</a:t>
            </a:r>
          </a:p>
        </p:txBody>
      </p:sp>
    </p:spTree>
    <p:extLst>
      <p:ext uri="{BB962C8B-B14F-4D97-AF65-F5344CB8AC3E}">
        <p14:creationId xmlns:p14="http://schemas.microsoft.com/office/powerpoint/2010/main" val="37310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14C2D-47E7-4AF8-B9CA-B1B2E5DF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D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DC5"/>
                </a:solidFill>
                <a:latin typeface="Arial"/>
                <a:ea typeface="Arial"/>
                <a:cs typeface="Arial"/>
              </a:rPr>
              <a:t>TASKMIND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2784A-1D0D-4333-8985-02DA3054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43D"/>
                </a:solidFill>
                <a:latin typeface="Arial"/>
                <a:ea typeface="Arial"/>
                <a:cs typeface="Arial"/>
              </a:rPr>
              <a:t>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E427C-A1EF-497E-AB51-871422EF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981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43D"/>
                </a:solidFill>
                <a:latin typeface="Arial"/>
                <a:ea typeface="Arial"/>
                <a:cs typeface="Arial"/>
              </a:rPr>
              <a:t>Las fechas de entrega terminan repartidas entre varias fuentes. Es fácil perder de vista qué vence primero.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1F35B-F78B-4D55-B921-AB2109E4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981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5DC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15DC5"/>
                </a:solidFill>
                <a:latin typeface="Arial"/>
                <a:ea typeface="Arial"/>
                <a:cs typeface="Arial"/>
              </a:rPr>
              <a:t>TaskMind reúne las tareas en una lista ordenada por fecha y señala entregas próximas o vencidas.</a:t>
            </a:r>
          </a:p>
        </p:txBody>
      </p:sp>
    </p:spTree>
    <p:extLst>
      <p:ext uri="{BB962C8B-B14F-4D97-AF65-F5344CB8AC3E}">
        <p14:creationId xmlns:p14="http://schemas.microsoft.com/office/powerpoint/2010/main" val="15728266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12A27-E47A-4120-9C3A-20698B65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D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DC5"/>
                </a:solidFill>
                <a:latin typeface="Arial"/>
                <a:ea typeface="Arial"/>
                <a:cs typeface="Arial"/>
              </a:rPr>
              <a:t>TASKMIND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387F5-B8C0-443C-9123-676E3B4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43D"/>
                </a:solidFill>
                <a:latin typeface="Arial"/>
                <a:ea typeface="Arial"/>
                <a:cs typeface="Arial"/>
              </a:rPr>
              <a:t>La agenda en escritorio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8292527ec42f4"/>
          <a:stretch xmlns:a="http://schemas.openxmlformats.org/drawingml/2006/main"/>
        </p:blipFill>
        <p:spPr>
          <a:xfrm xmlns:a="http://schemas.openxmlformats.org/drawingml/2006/main">
            <a:off x="579543" y="1638300"/>
            <a:ext cx="7175290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142AF-82B9-463F-9B7E-DE288A70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43D"/>
                </a:solidFill>
                <a:latin typeface="Arial"/>
                <a:ea typeface="Arial"/>
                <a:cs typeface="Arial"/>
              </a:rPr>
              <a:t>Registrar y editar tareas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76FC5-CEB1-49EC-88D3-2F150251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338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D"/>
                </a:solidFill>
                <a:latin typeface="Arial"/>
                <a:ea typeface="Arial"/>
                <a:cs typeface="Arial"/>
              </a:rPr>
              <a:t>Filtrar por materia estado y prioridad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01C04-7ADB-4724-A471-EF5504BA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43D"/>
                </a:solidFill>
                <a:latin typeface="Arial"/>
                <a:ea typeface="Arial"/>
                <a:cs typeface="Arial"/>
              </a:rPr>
              <a:t>Consultar el avance y los vencimientos</a:t>
            </a:r>
          </a:p>
        </p:txBody>
      </p:sp>
    </p:spTree>
    <p:extLst>
      <p:ext uri="{BB962C8B-B14F-4D97-AF65-F5344CB8AC3E}">
        <p14:creationId xmlns:p14="http://schemas.microsoft.com/office/powerpoint/2010/main" val="4615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92A41-E0F9-4BA7-9DD9-7F41E17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D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DC5"/>
                </a:solidFill>
                <a:latin typeface="Arial"/>
                <a:ea typeface="Arial"/>
                <a:cs typeface="Arial"/>
              </a:rPr>
              <a:t>TASKMIND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D2852-7E49-43F5-A3E3-091F94B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43D"/>
                </a:solidFill>
                <a:latin typeface="Arial"/>
                <a:ea typeface="Arial"/>
                <a:cs typeface="Arial"/>
              </a:rPr>
              <a:t>La agenda en móvil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546cf0bb84282"/>
          <a:stretch xmlns:a="http://schemas.openxmlformats.org/drawingml/2006/main"/>
        </p:blipFill>
        <p:spPr>
          <a:xfrm xmlns:a="http://schemas.openxmlformats.org/drawingml/2006/main">
            <a:off x="7765749" y="1476375"/>
            <a:ext cx="1518252" cy="5095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02099-E5ED-4234-8B76-5717D4AB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43D"/>
                </a:solidFill>
                <a:latin typeface="Arial"/>
                <a:ea typeface="Arial"/>
                <a:cs typeface="Arial"/>
              </a:rPr>
              <a:t>Las mismas tareas en una pantalla pequeña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5190B-ED3D-405A-B890-53E817B6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519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E6A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A7D"/>
                </a:solidFill>
                <a:latin typeface="Arial"/>
                <a:ea typeface="Arial"/>
                <a:cs typeface="Arial"/>
              </a:rPr>
              <a:t>Los filtros y controles se acomodan sin perder funciones.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9AF4C-8C7E-42F4-9F66-1CEA3271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33950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5DC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15DC5"/>
                </a:solidFill>
                <a:latin typeface="Arial"/>
                <a:ea typeface="Arial"/>
                <a:cs typeface="Arial"/>
              </a:rPr>
              <a:t>Cada navegador conserva sus propios datos.</a:t>
            </a:r>
          </a:p>
        </p:txBody>
      </p:sp>
    </p:spTree>
    <p:extLst>
      <p:ext uri="{BB962C8B-B14F-4D97-AF65-F5344CB8AC3E}">
        <p14:creationId xmlns:p14="http://schemas.microsoft.com/office/powerpoint/2010/main" val="1153159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0F3A2-0211-4149-9210-A987E079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D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DC5"/>
                </a:solidFill>
                <a:latin typeface="Arial"/>
                <a:ea typeface="Arial"/>
                <a:cs typeface="Arial"/>
              </a:rPr>
              <a:t>TASKMIND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04594-DA60-4AC3-84A6-8D9DBBF7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43D"/>
                </a:solidFill>
                <a:latin typeface="Arial"/>
                <a:ea typeface="Arial"/>
                <a:cs typeface="Arial"/>
              </a:rPr>
              <a:t>Arquitectura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B63EF-84C0-49C5-B9EC-866C4F29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4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43D"/>
                </a:solidFill>
                <a:latin typeface="Arial"/>
                <a:ea typeface="Arial"/>
                <a:cs typeface="Arial"/>
              </a:rPr>
              <a:t>GitHub Pages entrega los archivos de la aplicación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449D1-46BC-4691-8981-5101C161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1047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D"/>
                </a:solidFill>
                <a:latin typeface="Arial"/>
                <a:ea typeface="Arial"/>
                <a:cs typeface="Arial"/>
              </a:rPr>
              <a:t>El navegador ejecuta la interfaz y guarda las tareas en localStorage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DCC55-232D-4C83-AD89-1C758B69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DC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DC5"/>
                </a:solidFill>
                <a:latin typeface="Arial"/>
                <a:ea typeface="Arial"/>
                <a:cs typeface="Arial"/>
              </a:rPr>
              <a:t>El usuario descarga respaldos JSON y archivos XLS</a:t>
            </a:r>
          </a:p>
        </p:txBody>
      </p:sp>
    </p:spTree>
    <p:extLst>
      <p:ext uri="{BB962C8B-B14F-4D97-AF65-F5344CB8AC3E}">
        <p14:creationId xmlns:p14="http://schemas.microsoft.com/office/powerpoint/2010/main" val="18354757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ADC22-FF31-4F0C-A767-E8B86FEF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DC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DC5"/>
                </a:solidFill>
                <a:latin typeface="Arial"/>
                <a:ea typeface="Arial"/>
                <a:cs typeface="Arial"/>
              </a:rPr>
              <a:t>TASKMIND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AFF6C-E6E2-4579-B8FC-0B697CF6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43D"/>
                </a:solidFill>
                <a:latin typeface="Arial"/>
                <a:ea typeface="Arial"/>
                <a:cs typeface="Arial"/>
              </a:rPr>
              <a:t>Uso de IA y 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3B4FE-C211-4031-B603-7DEF0B50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335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D"/>
                </a:solidFill>
                <a:latin typeface="Arial"/>
                <a:ea typeface="Arial"/>
                <a:cs typeface="Arial"/>
              </a:rPr>
              <a:t>Codex apoyó la lectura del reto el desarrollo y la documentación.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502FE-56F3-48FE-BBDA-3E74DDFE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43D"/>
                </a:solidFill>
                <a:latin typeface="Arial"/>
                <a:ea typeface="Arial"/>
                <a:cs typeface="Arial"/>
              </a:rPr>
              <a:t>Las pruebas de navegador detectaron y ayudaron a corregir un fallo real del formulario.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5C273-2992-47CA-9531-8CC6FFAA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DC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DC5"/>
                </a:solidFill>
                <a:latin typeface="Arial"/>
                <a:ea typeface="Arial"/>
                <a:cs typeface="Arial"/>
              </a:rPr>
              <a:t>La aplicación funciona sin cuenta. El respaldo JSON protege frente a la pérdida de datos locales.</a:t>
            </a:r>
          </a:p>
        </p:txBody>
      </p:sp>
    </p:spTree>
    <p:extLst>
      <p:ext uri="{BB962C8B-B14F-4D97-AF65-F5344CB8AC3E}">
        <p14:creationId xmlns:p14="http://schemas.microsoft.com/office/powerpoint/2010/main" val="1584400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2026-10-02T21:48:38.9620000Z</dcterms:created>
  <dcterms:modified xsi:type="dcterms:W3CDTF">2026-10-02T21:48:38.9620000Z</dcterms:modified>
</coreProperties>
</file>